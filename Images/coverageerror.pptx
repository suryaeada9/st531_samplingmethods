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4B18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756"/>
    <p:restoredTop sz="94714"/>
  </p:normalViewPr>
  <p:slideViewPr>
    <p:cSldViewPr snapToGrid="0" snapToObjects="1">
      <p:cViewPr>
        <p:scale>
          <a:sx n="208" d="100"/>
          <a:sy n="208" d="100"/>
        </p:scale>
        <p:origin x="-560" y="-10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F2645F-04E3-5E61-3A57-2D2AF1FA8A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7F0937F-C540-8C42-14E7-AFE9C83D1D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AF5477-7F55-15ED-1091-B3B304E231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613495-DA8B-104A-AD56-2906511F1B2F}" type="datetimeFigureOut">
              <a:rPr lang="en-US" smtClean="0"/>
              <a:t>8/1/22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B38BA8-AF74-091A-DDE2-8007F1432B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F0CF3E-02DA-ECB8-6761-AFE28998E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F371D4-6A7F-2548-8E2C-0FF20129ED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67309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03E450-545B-1FCE-7D0A-2C7A099F72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43275D-F161-C87E-B057-84E4AE2E8C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AB5F40-D7CB-3EF0-27C5-07E486F19D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613495-DA8B-104A-AD56-2906511F1B2F}" type="datetimeFigureOut">
              <a:rPr lang="en-US" smtClean="0"/>
              <a:t>8/1/22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783196-D972-4337-CB92-E856669908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2F662F-70E1-F685-4B94-8AE8771FDA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F371D4-6A7F-2548-8E2C-0FF20129ED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05940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715C13-B171-C755-2980-8E888DD67B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90D585-BFFA-96BE-E4AE-4A35500D86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AE27CF-97A1-B5EF-0E0D-0FD5DB036F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613495-DA8B-104A-AD56-2906511F1B2F}" type="datetimeFigureOut">
              <a:rPr lang="en-US" smtClean="0"/>
              <a:t>8/1/22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B482CA-7D3C-2ED8-E2E3-9FD445FAB7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460A49-2FB1-AFEA-0081-86604F401B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F371D4-6A7F-2548-8E2C-0FF20129ED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31531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BB8BA8-BC32-FD92-F231-AB31329E8B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8CDF06-6C21-29FE-7C86-EE181303000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5D943C-C943-7F7E-A24F-38A96F5C4D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C9D5FE-8234-4E71-32DF-DA855C9E48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613495-DA8B-104A-AD56-2906511F1B2F}" type="datetimeFigureOut">
              <a:rPr lang="en-US" smtClean="0"/>
              <a:t>8/1/22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10BCDB-08AE-E9DB-BFF6-115DF146A4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10E561-8C03-90C6-37A6-98F3FF2770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F371D4-6A7F-2548-8E2C-0FF20129ED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60336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A1609D-F42F-3A1F-F7D1-1D7D7737C9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9EC84E-DCD0-4876-7ECC-BB3D1EE4B5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9A66D2-61AE-E291-EF5C-44A9CC906D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BEC4518-56EE-E9BE-0749-CAC364BF6E9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818BF33-4CD7-5AE4-50FA-E1FF60B014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84CD814-4BBF-FB13-2DA5-59A99F831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613495-DA8B-104A-AD56-2906511F1B2F}" type="datetimeFigureOut">
              <a:rPr lang="en-US" smtClean="0"/>
              <a:t>8/1/22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C1B2918-3232-6C40-FA6E-84883A997A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9970BD-F03D-C769-7CB6-AAE6827708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F371D4-6A7F-2548-8E2C-0FF20129ED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7280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857B5F-B1D6-A042-1831-E42B44C50A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E9C7FE1-0813-95D7-50ED-D90391B9DA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613495-DA8B-104A-AD56-2906511F1B2F}" type="datetimeFigureOut">
              <a:rPr lang="en-US" smtClean="0"/>
              <a:t>8/1/22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A04F89B-9EEF-D8D5-FEBA-1045882DC5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5ACD5D2-5806-AFAF-279D-ED4B6E634B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F371D4-6A7F-2548-8E2C-0FF20129ED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74932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1BEBDBB-5F2B-4753-617D-C59C18B59C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613495-DA8B-104A-AD56-2906511F1B2F}" type="datetimeFigureOut">
              <a:rPr lang="en-US" smtClean="0"/>
              <a:t>8/1/22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D21E062-EC71-BC12-0D36-0012E7DEF0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8F5E7A-041A-85FB-E0FA-DCA03154BC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F371D4-6A7F-2548-8E2C-0FF20129ED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50098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8A5FB4-50E1-882A-F66E-E88BFD4A5B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9F6267-0033-B9C2-BC37-04A9CA2944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BC697E-8137-EA68-EFE3-749E8B8086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7E8BEE-8738-75B5-9B62-C846C5D98B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613495-DA8B-104A-AD56-2906511F1B2F}" type="datetimeFigureOut">
              <a:rPr lang="en-US" smtClean="0"/>
              <a:t>8/1/22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7C7AD2-7045-EC96-2055-D46DC3913E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F257C5-5696-C863-B465-AE4450EF69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F371D4-6A7F-2548-8E2C-0FF20129ED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71174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289D56-9990-2635-E836-CF689707F0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84597DB-4B34-46F2-56CF-F3D866CF532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7C7FEF9-6899-2B4C-37D8-63ACE8D987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F97C78-2DBD-5DD7-7300-22050B9250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613495-DA8B-104A-AD56-2906511F1B2F}" type="datetimeFigureOut">
              <a:rPr lang="en-US" smtClean="0"/>
              <a:t>8/1/22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A4FC0B-4604-3393-E2C7-4DDD10ABD3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6C0C9D-050F-A163-3A03-5D545F0B9D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F371D4-6A7F-2548-8E2C-0FF20129ED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00858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B4D341-E2D6-D94E-1904-C9CBDD620F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FD4A47D-E858-AEA2-4185-CA1D172794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385D42-A739-0462-58A8-1F702D8B51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613495-DA8B-104A-AD56-2906511F1B2F}" type="datetimeFigureOut">
              <a:rPr lang="en-US" smtClean="0"/>
              <a:t>8/1/22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EA1A87-5552-2EFD-81E2-5132B55804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C7CC09-7C89-1C89-5ED4-01F6B5D9A5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F371D4-6A7F-2548-8E2C-0FF20129ED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92282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3A54682-12D7-E6D3-ACBE-5D41E367C3B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B5DB3A3-5369-6B15-6ADE-E18EF8FCF2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E4DC5B-B5B8-100C-4658-ED9575DB91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613495-DA8B-104A-AD56-2906511F1B2F}" type="datetimeFigureOut">
              <a:rPr lang="en-US" smtClean="0"/>
              <a:t>8/1/22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B22104-3663-B9E2-3DA2-5ABC5DA134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5BEE87-D764-2732-2C85-05ECFBEA3F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F371D4-6A7F-2548-8E2C-0FF20129ED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75677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91D9E37-74D9-020A-EC75-04C9F922CC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DA51F1-8451-0301-826F-93BE9B7C20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48458B-DD9D-1397-4183-E6CDC61651C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613495-DA8B-104A-AD56-2906511F1B2F}" type="datetimeFigureOut">
              <a:rPr lang="en-US" smtClean="0"/>
              <a:t>8/1/22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688310-0B62-088C-C3F8-BD7B0800F1F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042374-3205-A48C-0B7D-798DA1E6DE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F371D4-6A7F-2548-8E2C-0FF20129ED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53346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AB85777C-1C86-6708-4DC4-BDB5F0C356F1}"/>
              </a:ext>
            </a:extLst>
          </p:cNvPr>
          <p:cNvSpPr/>
          <p:nvPr/>
        </p:nvSpPr>
        <p:spPr>
          <a:xfrm>
            <a:off x="1185335" y="1481667"/>
            <a:ext cx="4910666" cy="2410486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A1D334C5-6A5C-090F-BDEC-8D43C1B59495}"/>
              </a:ext>
            </a:extLst>
          </p:cNvPr>
          <p:cNvSpPr/>
          <p:nvPr/>
        </p:nvSpPr>
        <p:spPr>
          <a:xfrm>
            <a:off x="3251201" y="1655452"/>
            <a:ext cx="4910667" cy="2410486"/>
          </a:xfrm>
          <a:prstGeom prst="roundRect">
            <a:avLst/>
          </a:prstGeom>
          <a:solidFill>
            <a:schemeClr val="accent2">
              <a:lumMod val="40000"/>
              <a:lumOff val="60000"/>
              <a:alpha val="50196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C36989F-7BFF-4592-04BA-9F28270120EE}"/>
              </a:ext>
            </a:extLst>
          </p:cNvPr>
          <p:cNvSpPr txBox="1"/>
          <p:nvPr/>
        </p:nvSpPr>
        <p:spPr>
          <a:xfrm>
            <a:off x="3778261" y="1905506"/>
            <a:ext cx="168062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Individuals residing in Oregon in 2022 who filed Oregon taxes in 2021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BD26775-9C38-609D-18A3-636D76849BD9}"/>
              </a:ext>
            </a:extLst>
          </p:cNvPr>
          <p:cNvSpPr txBox="1"/>
          <p:nvPr/>
        </p:nvSpPr>
        <p:spPr>
          <a:xfrm>
            <a:off x="3251201" y="4015557"/>
            <a:ext cx="59393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Sampled Population: </a:t>
            </a:r>
            <a:r>
              <a:rPr lang="en-US" sz="1400" dirty="0"/>
              <a:t>People who filed Oregon taxes in 2021</a:t>
            </a:r>
          </a:p>
          <a:p>
            <a:r>
              <a:rPr lang="en-US" dirty="0"/>
              <a:t>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AF5C96D-6C44-27F0-2F65-33D761BBA16C}"/>
              </a:ext>
            </a:extLst>
          </p:cNvPr>
          <p:cNvSpPr txBox="1"/>
          <p:nvPr/>
        </p:nvSpPr>
        <p:spPr>
          <a:xfrm>
            <a:off x="1422403" y="2168197"/>
            <a:ext cx="169333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17475" indent="-117475">
              <a:buFont typeface="Arial" panose="020B0604020202020204" pitchFamily="34" charset="0"/>
              <a:buChar char="•"/>
            </a:pPr>
            <a:r>
              <a:rPr lang="en-US" sz="1400" dirty="0"/>
              <a:t>People who moved to Oregon in 2022</a:t>
            </a:r>
          </a:p>
          <a:p>
            <a:pPr marL="117475" indent="-117475">
              <a:buFont typeface="Arial" panose="020B0604020202020204" pitchFamily="34" charset="0"/>
              <a:buChar char="•"/>
            </a:pPr>
            <a:r>
              <a:rPr lang="en-US" sz="1400" dirty="0"/>
              <a:t>People who did not file taxes in 2021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370DCD7-9F92-7315-57FE-B8922544E924}"/>
              </a:ext>
            </a:extLst>
          </p:cNvPr>
          <p:cNvSpPr txBox="1"/>
          <p:nvPr/>
        </p:nvSpPr>
        <p:spPr>
          <a:xfrm>
            <a:off x="1308098" y="1090348"/>
            <a:ext cx="57700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Target Population: </a:t>
            </a:r>
            <a:r>
              <a:rPr lang="en-US" sz="1400" dirty="0"/>
              <a:t>Individuals residing in Oregon in 2022</a:t>
            </a:r>
          </a:p>
          <a:p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1FEE32A-DCA6-EA1D-C09E-AAAF2EB28D64}"/>
              </a:ext>
            </a:extLst>
          </p:cNvPr>
          <p:cNvSpPr txBox="1"/>
          <p:nvPr/>
        </p:nvSpPr>
        <p:spPr>
          <a:xfrm>
            <a:off x="6111873" y="2184126"/>
            <a:ext cx="2072219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17475" indent="-117475">
              <a:buFont typeface="Arial" panose="020B0604020202020204" pitchFamily="34" charset="0"/>
              <a:buChar char="•"/>
            </a:pPr>
            <a:r>
              <a:rPr lang="en-US" sz="1400" dirty="0"/>
              <a:t>People who moved out of Oregon before 2022</a:t>
            </a:r>
          </a:p>
          <a:p>
            <a:pPr marL="117475" indent="-117475">
              <a:buFont typeface="Arial" panose="020B0604020202020204" pitchFamily="34" charset="0"/>
              <a:buChar char="•"/>
            </a:pPr>
            <a:r>
              <a:rPr lang="en-US" sz="1400" dirty="0"/>
              <a:t>People who did business in Oregon and filed takes but are not residents of Oregon</a:t>
            </a:r>
          </a:p>
        </p:txBody>
      </p:sp>
    </p:spTree>
    <p:extLst>
      <p:ext uri="{BB962C8B-B14F-4D97-AF65-F5344CB8AC3E}">
        <p14:creationId xmlns:p14="http://schemas.microsoft.com/office/powerpoint/2010/main" val="19067729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70</Words>
  <Application>Microsoft Macintosh PowerPoint</Application>
  <PresentationFormat>Widescreen</PresentationFormat>
  <Paragraphs>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McLaughlin, Katherine</dc:creator>
  <cp:lastModifiedBy>McLaughlin, Katherine</cp:lastModifiedBy>
  <cp:revision>1</cp:revision>
  <dcterms:created xsi:type="dcterms:W3CDTF">2022-08-01T17:01:34Z</dcterms:created>
  <dcterms:modified xsi:type="dcterms:W3CDTF">2022-08-01T17:14:14Z</dcterms:modified>
</cp:coreProperties>
</file>